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591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Resume Screening System Using Advanced DSA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5072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Combining AI contextual understanding with algorithmic precision for faster, fairer, and more explainable candidate-job matching.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54774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4117777"/>
            <a:ext cx="6296860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2510030413 - B. Aparna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2510030174 - Anusha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2510030305 - N. Snikitha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2510030271 - Pavithra Boina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2510030252 - Lathika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2510030251 - Ananya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0710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&amp; Our Solution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1853704"/>
            <a:ext cx="2175019" cy="39301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068116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Systems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847677"/>
            <a:ext cx="1644609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and NLP alone for resume-job matching — powerful for understanding language, but limited in search efficiency and transparency.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1853704"/>
            <a:ext cx="2175118" cy="39301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068116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Approach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2552402"/>
            <a:ext cx="1644708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contextual understanding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DSA algorithms for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efficient, explainable matching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best of both worlds.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1853704"/>
            <a:ext cx="2175118" cy="39301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068116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Advantage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2552402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Faster, structured searching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transparent algorithmic logic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justifies every match decision.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83882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Systems Limitations &amp; Research Gaps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207058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Systems Limitations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33360" y="2465288"/>
            <a:ext cx="2946723" cy="3675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Slow at Scale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AI/NLP systems can struggle with large candidate pools.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Hard to Explain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Black-box models provide limited transparency.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Disconnected Flow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Extraction, matching and ranking are often separate.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Missed Duplicates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Duplicate resumes may not be reliably detected.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Scalability Issues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Performance decreases as data and complexity grow.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89847" y="207058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89847" y="2465288"/>
            <a:ext cx="2946723" cy="288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Unified Pipeline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Integrate extraction, matching and ranking end-to-end.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DSA-Based Processing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Use efficient searching, hashing, matching and sorting.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Duplicate Detection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Use hashing to identify repeated resumes.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Complete Workflow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Build a structured 7-stage screening process.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38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System Workflow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67730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integrated pipeline processes resumes through 7 sequential stages: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25030"/>
            <a:ext cx="171247" cy="1712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075656"/>
            <a:ext cx="35193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2199382"/>
            <a:ext cx="351939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560042"/>
            <a:ext cx="351939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Recruiter uploads job description and candidate resumes to the system.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6049" y="1825030"/>
            <a:ext cx="171247" cy="1712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36049" y="2075656"/>
            <a:ext cx="35194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6"/>
          <p:cNvSpPr/>
          <p:nvPr/>
        </p:nvSpPr>
        <p:spPr>
          <a:xfrm>
            <a:off x="4336049" y="2199382"/>
            <a:ext cx="351949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336049" y="2560042"/>
            <a:ext cx="351949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extracts skills, experience, qualifications, and requirements from unstructured text.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0721" y="1825030"/>
            <a:ext cx="171247" cy="17125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010721" y="2075656"/>
            <a:ext cx="35194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9"/>
          <p:cNvSpPr/>
          <p:nvPr/>
        </p:nvSpPr>
        <p:spPr>
          <a:xfrm>
            <a:off x="8010721" y="2199382"/>
            <a:ext cx="351949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010721" y="2560042"/>
            <a:ext cx="351949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DSA algorithms prepare and structure extracted data for matching.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87527"/>
            <a:ext cx="171247" cy="17125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1475" y="3638153"/>
            <a:ext cx="35193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2"/>
          <p:cNvSpPr/>
          <p:nvPr/>
        </p:nvSpPr>
        <p:spPr>
          <a:xfrm>
            <a:off x="661475" y="3761879"/>
            <a:ext cx="351939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Duplicate Detection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61475" y="4122539"/>
            <a:ext cx="351939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Hashing identifies and filters duplicate resume submissions.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6049" y="3387527"/>
            <a:ext cx="171247" cy="17125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336049" y="3638153"/>
            <a:ext cx="35194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5"/>
          <p:cNvSpPr/>
          <p:nvPr/>
        </p:nvSpPr>
        <p:spPr>
          <a:xfrm>
            <a:off x="4336049" y="3761879"/>
            <a:ext cx="351949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Matching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4336049" y="4122539"/>
            <a:ext cx="3519499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String matching algorithms (KMP, Aho-Corasick) find skill matches between candidates and job requirements.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0721" y="3387527"/>
            <a:ext cx="171247" cy="17125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010721" y="3638153"/>
            <a:ext cx="35194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18"/>
          <p:cNvSpPr/>
          <p:nvPr/>
        </p:nvSpPr>
        <p:spPr>
          <a:xfrm>
            <a:off x="8010721" y="3761879"/>
            <a:ext cx="351949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Ranking</a:t>
            </a:r>
            <a:endParaRPr lang="en-US" sz="1650" dirty="0"/>
          </a:p>
        </p:txBody>
      </p:sp>
      <p:sp>
        <p:nvSpPr>
          <p:cNvPr id="27" name="Text 19"/>
          <p:cNvSpPr/>
          <p:nvPr/>
        </p:nvSpPr>
        <p:spPr>
          <a:xfrm>
            <a:off x="8010721" y="4122539"/>
            <a:ext cx="351949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distance and bipartite matching algorithms score and rank candidates by fit.</a:t>
            </a:r>
            <a:endParaRPr lang="en-US" sz="13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211266"/>
            <a:ext cx="171247" cy="17125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61475" y="5461893"/>
            <a:ext cx="1086874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1"/>
          <p:cNvSpPr/>
          <p:nvPr/>
        </p:nvSpPr>
        <p:spPr>
          <a:xfrm>
            <a:off x="661475" y="5585619"/>
            <a:ext cx="1086874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Generation</a:t>
            </a:r>
            <a:endParaRPr lang="en-US" sz="1650" dirty="0"/>
          </a:p>
        </p:txBody>
      </p:sp>
      <p:sp>
        <p:nvSpPr>
          <p:cNvPr id="31" name="Text 22"/>
          <p:cNvSpPr/>
          <p:nvPr/>
        </p:nvSpPr>
        <p:spPr>
          <a:xfrm>
            <a:off x="661475" y="5946279"/>
            <a:ext cx="1086874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displays ranked candidates with matched skills, gaps, and recommendations for recruiter review.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4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DSA Algorithms in Action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KMP Algorithm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Exact skill matching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find required skills within resume text efficiently in linear time.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Aho-Corasick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skills at once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search for dozens of keywords simultaneously in a single pass.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Edit Distance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Fuzzy matching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handle spelling variations and terminology differences gracefully.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Bipartite Matching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Optimal assignment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assign candidates to job openings to maximize overall fit.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34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AI &amp; DSA Work Together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79561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Layer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2993949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Understands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context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extracts skills, experience levels, and intent from unstructured resume and job description text using natural language processing.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308648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21058" y="340848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DSA Layer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21058" y="3606823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searches, compares, scores, and ranks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candidates using structured algorithms — turning extracted data into precise, auditable decisions.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21058" y="3921522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21058" y="402136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Result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21058" y="4219697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Explainable, fast matching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clear skill-gap visibility — every ranking score can be traced back to an algorithmic decision.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0" y="499170"/>
            <a:ext cx="4394586" cy="585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7476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Workflow &amp; Output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340048"/>
            <a:ext cx="886001" cy="12802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5450" y="1517253"/>
            <a:ext cx="52447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&amp; Extract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285450" y="1893788"/>
            <a:ext cx="524477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Recruiter posts job → AI extracts skill requirements from the description.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2620268"/>
            <a:ext cx="886001" cy="12802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5450" y="2797473"/>
            <a:ext cx="52447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Screen &amp; Score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285450" y="3174008"/>
            <a:ext cx="524477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DSA algorithms screen all resumes and rank candidates by match score (e.g., 92%, 87%, 74%).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900488"/>
            <a:ext cx="886001" cy="12802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5450" y="4077692"/>
            <a:ext cx="52447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&amp; Decide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285450" y="4454227"/>
            <a:ext cx="524477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shows matched skills, missing skills, and recommendations. Recruiter makes the final call.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233360" y="5367536"/>
            <a:ext cx="6296860" cy="953294"/>
          </a:xfrm>
          <a:prstGeom prst="roundRect">
            <a:avLst>
              <a:gd name="adj" fmla="val 7807"/>
            </a:avLst>
          </a:prstGeom>
          <a:solidFill>
            <a:srgbClr val="E1E1EA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561" y="5606951"/>
            <a:ext cx="221451" cy="1772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09212" y="5577880"/>
            <a:ext cx="554380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assists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recruiter — it does not make the hiring decision. Human judgment remains at the center of the process.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2026-10-08T00:13:42Z</dcterms:created>
  <dcterms:modified xsi:type="dcterms:W3CDTF">2026-10-08T00:13:42Z</dcterms:modified>
</cp:coreProperties>
</file>